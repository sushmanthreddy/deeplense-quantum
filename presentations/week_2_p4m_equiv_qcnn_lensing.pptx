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 Equivariant Quantum CNN for Dark Matter Substructure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9D6EE"/>
                </a:solidFill>
                <a:latin typeface="Calibri"/>
              </a:rPr>
              <a:t>A TorchQuantum replica of the p4m-equivariant QCNN of Chang et al. (2023), applied to DeepLense gravitational-lensing images</a:t>
            </a:r>
          </a:p>
          <a:p>
            <a:pPr algn="l"/>
            <a:r>
              <a:rPr sz="1900" b="0">
                <a:solidFill>
                  <a:srgbClr val="C9D6EE"/>
                </a:solidFill>
                <a:latin typeface="Calibri"/>
              </a:rPr>
              <a:t>— extreme parameter efficiency + a rigorous quantum-contribution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212080"/>
            <a:ext cx="4206240" cy="64008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81.17% test acc  •  237 params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5212080"/>
            <a:ext cx="3931920" cy="6400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GSoC 2026 — DeepLense QML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Strong gravitational lensing images encode subtle signatures of dark matter substructure.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Goal: classify each 150×150 lensing image into one of 3 dark-matter models: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axion  (vortex / fuzzy dark matter)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cdm    (cold dark matter subhalos)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no_sub (no substructure)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Lensing physics is invariant under the p4m / D₄ symmetry group (90° rotations + reflections).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•  Question: can a compact EQUIVARIANT QUANTUM circuit learn this — and how much does the quantum part actually help?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— DeepLense Model_I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3-class strong-lensing dataset, 150×150 grayscale images.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Train: 70,021 images   •   Test: 15,000 images (5,000 per class, balanced).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Classes: axion, cdm, no_sub.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Signal is faint: mostly near-zero background with a thin lensing arc — hard for a naive encoding.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A66"/>
                </a:solidFill>
                <a:latin typeface="Calibri"/>
              </a:rPr>
              <a:t>•  Same dataset used by the project's other (larger) equivariant models, so results are directly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Idea — Replicate the p4m EquivQCNN (Chang et al. 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Replicate the equivariant quantum circuit of Chang et al., arXiv:2310.02323 — “Approximately Equivariant QNN for p4m Group Symmetries in Images” — in TorchQuantum, and apply it to gravitational lensing.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Three symmetry-respecting ingredients from the paper (all p4m-equivariant):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Coordinate-aware amplitude (CAA) embedding: image → 256 amplitudes on 8 qubits (x/y registers).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Twirled equivariant filters U2 / U4: built only from symmetry-commuting gates (RX, IsingZZ, IsingYY, global ZZZZ phase), parameters tied per D₄-orbit.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Equivariant pooling + (approximately) invariant readout.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B7DD8"/>
                </a:solidFill>
                <a:latin typeface="Calibri"/>
              </a:rPr>
              <a:t>•  Why equivariance? It bakes rotation/reflection symmetry into the model instead of learning it from augmentation — a strong, compact inductive bias (the paper's core thesis).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A66"/>
                </a:solidFill>
                <a:latin typeface="Calibri"/>
              </a:rPr>
              <a:t>•  Ref: S. Y. Chang, M. Grossi, B. Le Saux, S. Vallecorsa, IEEE QCE 2023 — arXiv:2310.02323.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First Attempt: Stuck at Chance (≈ 33%)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•  The paper's original recipe would not train on lensing — loss pinned at ln(3) = 1.0986 (constant output).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Three compounding causes (diagnosed numerically):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1. Dead readout — output squeezed through 2 qubits' ⟨Z⟩; variance ≈ 0.02 across the batch (≈ constant).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2. Barren plateau — global amplitude encoding + single-qubit measurement → vanishing gradients; quantum params never moved.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3. Signal-destroying encoding — the antisymmetric pixel map sends faint backgrounds to −1, so every image looked identical after normalization.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A66"/>
                </a:solidFill>
                <a:latin typeface="Calibri"/>
              </a:rPr>
              <a:t>•  Insight: the circuit was demonstrated on cleaner data (2D Ising, extended MNIST) — not faint 3-class lensing 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Fixes That Made It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1. Variance-preserving encoding — per-sample contrast normalization + tanh (raised readout variance ~15×).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2. Full 8-qubit ⟨Z⟩ readout — removed the 2-value bottleneck.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3. Small learnable encoder — gives gradients a path that bypasses the quantum barren plateau.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4. Dropped the variance-killing final Hadamard.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7D32"/>
                </a:solidFill>
                <a:latin typeface="Calibri"/>
              </a:rPr>
              <a:t>•  → Hybrid model trains cleanly to ≈ 82% test accuracy.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833A"/>
                </a:solidFill>
                <a:latin typeface="Calibri"/>
              </a:rPr>
              <a:t>•  But a new question: is the QUANTUM circuit doing the work, or the classical encoder?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Key Question — A Controlled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Hold the encoder + head byte-for-byte identical; swap ONLY the 256→8 core. Any gap is attributable to the core, not capacity.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Three cores compared: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quantum — the equivariant p4m U2/U4 circuit (~33 params)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fixed — a parameter-free block-sum reduction (0 params) = the encoder+head floor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classical — a small learnable linear mixer (~264 params)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B7DD8"/>
                </a:solidFill>
                <a:latin typeface="Calibri"/>
              </a:rPr>
              <a:t>•  Run twice: with a TRAINABLE encoder, and with a FROZEN (0-param) encoder, so the core is the only trainable mixer.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Ablation Results — Where Does the Signal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Trainable encoder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quantum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81.87%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fixed (0 params)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81.87%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81.82%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Frozen encoder (core is the only learner)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74.99%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quantum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69.72%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  <a:latin typeface="Calibri"/>
                        </a:rPr>
                        <a:t>39.41%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 Trainable encoder: quantum = fixed = classical ≈ 82% → the ENCODER does the work; the core is bypassed.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B7DD8"/>
                </a:solidFill>
                <a:latin typeface="Calibri"/>
              </a:rPr>
              <a:t>•  Frozen encoder: quantum jumps +30 pts over the 0-param floor (39%→70%) — the quantum circuit GENUINELY learns (no barren plateau) — but a classical mixer still edges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Pushing the Quantum Core (frozen encoder)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Goal: make the QUANTUM circuit the strongest mixer on fixed features.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Upgrades (still fully p4m-equivariant, encoder still frozen / 0 params):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Depth — stack 6 equivariant blocks; activate the U4 filter from the paper's construction.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Richer readout — measure ⟨X⟩, ⟨Y⟩, ⟨Z⟩ on all 8 qubits (24 features) instead of 8 ⟨Z⟩.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E7D32"/>
                </a:solidFill>
                <a:latin typeface="Calibri"/>
              </a:rPr>
              <a:t>•  Result: frozen-quantum 70% → 76% — now BEATS the classical mixer (75%) on identical fixed features.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A66"/>
                </a:solidFill>
                <a:latin typeface="Calibri"/>
              </a:rPr>
              <a:t>•  But ~75–76% is the information ceiling of the fixed 16×16 encoding for ANY 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Reaching ~80% — A Lightweight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To break the fixed-feature ceiling, add a TINY learnable encoder (~78 params) — a small residual on the fixed amplitudes — while the quantum circuit still holds most of the capacity.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7D32"/>
                </a:solidFill>
                <a:latin typeface="Calibri"/>
              </a:rPr>
              <a:t>•  Final: 81.17% test accuracy   •   macro ROC-AUC 0.9130   •   macro-F1 0.8090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Total trainable parameters: 237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–  84 quantum (U2+U4+pooling)  +  78 tiny encoder  +  75 linear head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A66"/>
                </a:solidFill>
                <a:latin typeface="Calibri"/>
              </a:rPr>
              <a:t>•  Honest framing: this is a lightweight hybrid (not strictly frozen) — but ~30× smaller encoder than a full CNN, and the quantum block is the largest single component.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My Model — Architecture /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2286000"/>
            <a:ext cx="1691640" cy="1554480"/>
          </a:xfrm>
          <a:prstGeom prst="rect">
            <a:avLst/>
          </a:prstGeom>
          <a:solidFill>
            <a:srgbClr val="55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Lensing image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150×150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1408" y="2926080"/>
            <a:ext cx="164592" cy="274320"/>
          </a:xfrm>
          <a:prstGeom prst="rect">
            <a:avLst/>
          </a:prstGeom>
          <a:solidFill>
            <a:srgbClr val="55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95144" y="2286000"/>
            <a:ext cx="1691640" cy="1554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Resize → 64×64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→ avg-pool 16×16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(D₄-commuting, 0 params)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5072" y="2926080"/>
            <a:ext cx="164592" cy="274320"/>
          </a:xfrm>
          <a:prstGeom prst="rect">
            <a:avLst/>
          </a:prstGeom>
          <a:solidFill>
            <a:srgbClr val="55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78808" y="2286000"/>
            <a:ext cx="1691640" cy="155448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Tiny encoder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(~78 params)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→ 256 amplitudes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88736" y="2926080"/>
            <a:ext cx="164592" cy="274320"/>
          </a:xfrm>
          <a:prstGeom prst="rect">
            <a:avLst/>
          </a:prstGeom>
          <a:solidFill>
            <a:srgbClr val="55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62472" y="2286000"/>
            <a:ext cx="1691640" cy="155448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Amplitude encode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on 8 qubits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926080"/>
            <a:ext cx="164592" cy="274320"/>
          </a:xfrm>
          <a:prstGeom prst="rect">
            <a:avLst/>
          </a:prstGeom>
          <a:solidFill>
            <a:srgbClr val="55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46136" y="2286000"/>
            <a:ext cx="1691640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p4m EquivQCNN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6× (U2+U4+pool)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84 quantum 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56064" y="2926080"/>
            <a:ext cx="164592" cy="274320"/>
          </a:xfrm>
          <a:prstGeom prst="rect">
            <a:avLst/>
          </a:prstGeom>
          <a:solidFill>
            <a:srgbClr val="55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29800" y="2286000"/>
            <a:ext cx="1691640" cy="15544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 ⟨X⟩,⟨Y⟩,⟨Z⟩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→ linear head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→ 3 logits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 Equivariant quantum core (Chang et al. 2023 construction): every filter is built from symmetry-commuting generators with parameters tied per D₄-orbit, so each layer commutes with the p4m group.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B7DD8"/>
                </a:solidFill>
                <a:latin typeface="Calibri"/>
              </a:rPr>
              <a:t>•  The classical front-end is deliberately tiny — the model is quantum-dominant and parameter-frugal.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Headline — Accuracy per Parameter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Total Params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equiqnn (angle QCNN)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98.69%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0.9991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~8.91 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fully_equivariant_v2 (CAA)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96.81%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~hundreds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strict_p4m_qcnn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96.28%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0.9952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172,379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etn_qvit_hybrid (ETN+QViT)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95.44%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89,991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THIS model (lightweight hybrid)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81.17%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0.9130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•  The other equivariant models reach 95–99% — but with tens of thousands to millions of parameters.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•  This model reaches 81% with only 237 trainable parameters — orders of magnitude smaller.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55A66"/>
                </a:solidFill>
                <a:latin typeface="Calibri"/>
              </a:rPr>
              <a:t>•  Trade-off, stated honestly: lower accuracy, but extreme parameter efficiency + a clean quantum-vs-classical ablation.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Final Results — Per-Class (15,000 test images)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3B7DD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axion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0.7413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0.7936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0.7665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cdm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0.7473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0.6618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0.7020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no_sub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0.9385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0.9796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0.9586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A44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0.8090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0.8117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0.8090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833A"/>
                          </a:solidFill>
                          <a:latin typeface="Calibri"/>
                        </a:rPr>
                        <a:t>15000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•  no_sub is the easiest class (F1 0.96); axion vs cdm is the hardest boundary (cdm recall 0.66) — consistent with their subtler morphological differences and with the larger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1. A faithful TorchQuantum replica of the Chang et al. (2023) p4m EquivQCNN works on lensing once the encoding/readout are adapted for faint data.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2. Rigorous ablation: with a capable encoder the quantum core adds no lift; but when forced (frozen encoder) it genuinely learns (+30 pts) and, after upgrades, beats the classical mixer.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•  3. Extreme parameter efficiency: 81% with 237 params vs 90K–8.9M for the other equivariant models.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•  4. Honest result: no quantum advantage in accuracy yet — but a compact, equivariant, interpretable quantum learner and a clean methodology.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Higher-resolution encoding (10 qubits, 32×32) to lift the feature ceiling while staying quantum.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Equivariant (e2cnn) tiny encoder for an end-to-end p4m-equivariant pipeline.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Parameter-matched quantum-vs-classical comparison at equal budget.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Cross-dataset benchmark (DeepLense Model II–IV).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Calibri"/>
              </a:rPr>
              <a:t>•  Noise-robustness under realistic NISQ channels (TorchQuantum native).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B7DD8"/>
                </a:solidFill>
                <a:latin typeface="Calibri"/>
              </a:rPr>
              <a:t>Thank you!  —  GSoC 2026, DeepLense Quantum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